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9832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Noetia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</a:rPr>
              <a:t>Read. Listen. Share.</a:t>
            </a:r>
          </a:p>
          <a:p>
            <a:r>
              <a:rPr sz="3200" b="1">
                <a:solidFill>
                  <a:srgbClr val="FFFFFF"/>
                </a:solidFill>
              </a:rPr>
              <a:t>Multimodal knowledge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</a:rPr>
              <a:t>Noetia is not just a reading app.</a:t>
            </a:r>
          </a:p>
          <a:p>
            <a:r>
              <a:rPr sz="3200" b="1">
                <a:solidFill>
                  <a:srgbClr val="FFFFFF"/>
                </a:solidFill>
              </a:rPr>
              <a:t>It’s a platform where people turn what they read into something they can share —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</a:rPr>
              <a:t>Noetia — Where ideas become visible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Reading is passive</a:t>
            </a:r>
          </a:p>
          <a:p>
            <a:r>
              <a:rPr sz="2600" b="0">
                <a:solidFill>
                  <a:srgbClr val="FFFFFF"/>
                </a:solidFill>
              </a:rPr>
              <a:t>• Audiobooks are isolated</a:t>
            </a:r>
          </a:p>
          <a:p>
            <a:r>
              <a:rPr sz="2600" b="0">
                <a:solidFill>
                  <a:srgbClr val="FFFFFF"/>
                </a:solidFill>
              </a:rPr>
              <a:t>• Sharing knowledge is manual</a:t>
            </a:r>
          </a:p>
          <a:p>
            <a:r>
              <a:rPr sz="2600" b="0">
                <a:solidFill>
                  <a:srgbClr val="FFFFFF"/>
                </a:solidFill>
              </a:rPr>
              <a:t>• No seamless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Synchronized text + audio</a:t>
            </a:r>
          </a:p>
          <a:p>
            <a:r>
              <a:rPr sz="2600" b="0">
                <a:solidFill>
                  <a:srgbClr val="FFFFFF"/>
                </a:solidFill>
              </a:rPr>
              <a:t>• Phrase-by-phrase switching</a:t>
            </a:r>
          </a:p>
          <a:p>
            <a:r>
              <a:rPr sz="2600" b="0">
                <a:solidFill>
                  <a:srgbClr val="FFFFFF"/>
                </a:solidFill>
              </a:rPr>
              <a:t>• Highlight and capture insights</a:t>
            </a:r>
          </a:p>
          <a:p>
            <a:r>
              <a:rPr sz="2600" b="0">
                <a:solidFill>
                  <a:srgbClr val="FFFFFF"/>
                </a:solidFill>
              </a:rPr>
              <a:t>• Turn ideas into shareable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Core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Read and listen seamlessly</a:t>
            </a:r>
          </a:p>
          <a:p>
            <a:r>
              <a:rPr sz="2600" b="0">
                <a:solidFill>
                  <a:srgbClr val="FFFFFF"/>
                </a:solidFill>
              </a:rPr>
              <a:t>• Highlight key fragments</a:t>
            </a:r>
          </a:p>
          <a:p>
            <a:r>
              <a:rPr sz="2600" b="0">
                <a:solidFill>
                  <a:srgbClr val="FFFFFF"/>
                </a:solidFill>
              </a:rPr>
              <a:t>• Generate social-ready images</a:t>
            </a:r>
          </a:p>
          <a:p>
            <a:r>
              <a:rPr sz="2600" b="0">
                <a:solidFill>
                  <a:srgbClr val="FFFFFF"/>
                </a:solidFill>
              </a:rPr>
              <a:t>• Share instantly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Multimodal sync (text + audio)</a:t>
            </a:r>
          </a:p>
          <a:p>
            <a:r>
              <a:rPr sz="2600" b="0">
                <a:solidFill>
                  <a:srgbClr val="FFFFFF"/>
                </a:solidFill>
              </a:rPr>
              <a:t>• Social sharing engine</a:t>
            </a:r>
          </a:p>
          <a:p>
            <a:r>
              <a:rPr sz="2600" b="0">
                <a:solidFill>
                  <a:srgbClr val="FFFFFF"/>
                </a:solidFill>
              </a:rPr>
              <a:t>• Knowledge as identity</a:t>
            </a:r>
          </a:p>
          <a:p>
            <a:r>
              <a:rPr sz="2600" b="0">
                <a:solidFill>
                  <a:srgbClr val="FFFFFF"/>
                </a:solidFill>
              </a:rPr>
              <a:t>• Spanish-first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Professionals (30–70)</a:t>
            </a:r>
          </a:p>
          <a:p>
            <a:r>
              <a:rPr sz="2600" b="0">
                <a:solidFill>
                  <a:srgbClr val="FFFFFF"/>
                </a:solidFill>
              </a:rPr>
              <a:t>• Spanish-speaking users</a:t>
            </a:r>
          </a:p>
          <a:p>
            <a:r>
              <a:rPr sz="2600" b="0">
                <a:solidFill>
                  <a:srgbClr val="FFFFFF"/>
                </a:solidFill>
              </a:rPr>
              <a:t>• Active on social media</a:t>
            </a:r>
          </a:p>
          <a:p>
            <a:r>
              <a:rPr sz="2600" b="0">
                <a:solidFill>
                  <a:srgbClr val="FFFFFF"/>
                </a:solidFill>
              </a:rPr>
              <a:t>• Growth-oriented audience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Subscription-based</a:t>
            </a:r>
          </a:p>
          <a:p>
            <a:r>
              <a:rPr sz="2600" b="0">
                <a:solidFill>
                  <a:srgbClr val="FFFFFF"/>
                </a:solidFill>
              </a:rPr>
              <a:t>• Individual and dual plans</a:t>
            </a:r>
          </a:p>
          <a:p>
            <a:r>
              <a:rPr sz="2600" b="0">
                <a:solidFill>
                  <a:srgbClr val="FFFFFF"/>
                </a:solidFill>
              </a:rPr>
              <a:t>• Free trial</a:t>
            </a:r>
          </a:p>
          <a:p>
            <a:r>
              <a:rPr sz="2600" b="0">
                <a:solidFill>
                  <a:srgbClr val="FFFFFF"/>
                </a:solidFill>
              </a:rPr>
              <a:t>• Author hosting and revenue share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MVP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Core features built</a:t>
            </a:r>
          </a:p>
          <a:p>
            <a:r>
              <a:rPr sz="2600" b="0">
                <a:solidFill>
                  <a:srgbClr val="FFFFFF"/>
                </a:solidFill>
              </a:rPr>
              <a:t>• Library ready (public domain titles)</a:t>
            </a:r>
          </a:p>
          <a:p>
            <a:r>
              <a:rPr sz="2600" b="0">
                <a:solidFill>
                  <a:srgbClr val="FFFFFF"/>
                </a:solidFill>
              </a:rPr>
              <a:t>• Sync engine working</a:t>
            </a:r>
          </a:p>
          <a:p>
            <a:r>
              <a:rPr sz="2600" b="0">
                <a:solidFill>
                  <a:srgbClr val="FFFFFF"/>
                </a:solidFill>
              </a:rPr>
              <a:t>• Ready for stakeholder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User acquisition</a:t>
            </a:r>
          </a:p>
          <a:p>
            <a:r>
              <a:rPr sz="2600" b="0">
                <a:solidFill>
                  <a:srgbClr val="FFFFFF"/>
                </a:solidFill>
              </a:rPr>
              <a:t>• Engagement (time, highlights)</a:t>
            </a:r>
          </a:p>
          <a:p>
            <a:r>
              <a:rPr sz="2600" b="0">
                <a:solidFill>
                  <a:srgbClr val="FFFFFF"/>
                </a:solidFill>
              </a:rPr>
              <a:t>• Share rate</a:t>
            </a:r>
          </a:p>
          <a:p>
            <a:r>
              <a:rPr sz="2600" b="0">
                <a:solidFill>
                  <a:srgbClr val="FFFFFF"/>
                </a:solidFill>
              </a:rPr>
              <a:t>• Conversion rate</a:t>
            </a:r>
          </a:p>
          <a:p>
            <a:r>
              <a:rPr sz="2600" b="0">
                <a:solidFill>
                  <a:srgbClr val="FFFFFF"/>
                </a:solidFill>
              </a:rPr>
              <a:t>• Retention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>
                <a:solidFill>
                  <a:srgbClr val="FFFFFF"/>
                </a:solidFill>
              </a:rPr>
              <a:t>• Community-driven launch</a:t>
            </a:r>
          </a:p>
          <a:p>
            <a:r>
              <a:rPr sz="2600" b="0">
                <a:solidFill>
                  <a:srgbClr val="FFFFFF"/>
                </a:solidFill>
              </a:rPr>
              <a:t>• Social sharing loop</a:t>
            </a:r>
          </a:p>
          <a:p>
            <a:r>
              <a:rPr sz="2600" b="0">
                <a:solidFill>
                  <a:srgbClr val="FFFFFF"/>
                </a:solidFill>
              </a:rPr>
              <a:t>• Influencer partnerships</a:t>
            </a:r>
          </a:p>
          <a:p>
            <a:r>
              <a:rPr sz="2600" b="0">
                <a:solidFill>
                  <a:srgbClr val="FFFFFF"/>
                </a:solidFill>
              </a:rPr>
              <a:t>• Spanish market 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 b="1">
                <a:solidFill>
                  <a:srgbClr val="FFFFFF"/>
                </a:solidFill>
              </a:rPr>
              <a:t>Noetia — Where ideas become visible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223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Noetia</vt:lpstr>
      <vt:lpstr>Core Idea</vt:lpstr>
      <vt:lpstr>Vision</vt:lpstr>
      <vt:lpstr>The Problem</vt:lpstr>
      <vt:lpstr>The Solution</vt:lpstr>
      <vt:lpstr>Core Experience</vt:lpstr>
      <vt:lpstr>Differentiation</vt:lpstr>
      <vt:lpstr>Target Market</vt:lpstr>
      <vt:lpstr>Business Model</vt:lpstr>
      <vt:lpstr>MVP Status</vt:lpstr>
      <vt:lpstr>Key Metrics</vt:lpstr>
      <vt:lpstr>Growth Strategy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Fernando Ramírez Saavedra</cp:lastModifiedBy>
  <cp:revision>2</cp:revision>
  <dcterms:created xsi:type="dcterms:W3CDTF">2013-01-27T09:14:16Z</dcterms:created>
  <dcterms:modified xsi:type="dcterms:W3CDTF">2026-05-01T16:33:16Z</dcterms:modified>
  <cp:category/>
</cp:coreProperties>
</file>