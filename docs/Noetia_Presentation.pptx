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Noetia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Read. Listen. Share.</a:t>
            </a:r>
          </a:p>
          <a:p>
            <a:r>
              <a:t>Multimodal knowledge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Reading is passive</a:t>
            </a:r>
          </a:p>
          <a:p>
            <a:r>
              <a:t>• Audiobooks are isolated</a:t>
            </a:r>
          </a:p>
          <a:p>
            <a:r>
              <a:t>• Sharing knowledge is manual</a:t>
            </a:r>
          </a:p>
          <a:p>
            <a:r>
              <a:t>• No seamless experience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Synchronized text + audio</a:t>
            </a:r>
          </a:p>
          <a:p>
            <a:r>
              <a:t>• Phrase-by-phrase switching</a:t>
            </a:r>
          </a:p>
          <a:p>
            <a:r>
              <a:t>• Highlight and capture insights</a:t>
            </a:r>
          </a:p>
          <a:p>
            <a:r>
              <a:t>• Turn ideas into shareable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Read and listen seamlessly</a:t>
            </a:r>
          </a:p>
          <a:p>
            <a:r>
              <a:t>• Highlight key fragments</a:t>
            </a:r>
          </a:p>
          <a:p>
            <a:r>
              <a:t>• Generate social-ready images</a:t>
            </a:r>
          </a:p>
          <a:p>
            <a:r>
              <a:t>• Share instantly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Multimodal sync (text + audio)</a:t>
            </a:r>
          </a:p>
          <a:p>
            <a:r>
              <a:t>• Social sharing engine</a:t>
            </a:r>
          </a:p>
          <a:p>
            <a:r>
              <a:t>• Knowledge as identity</a:t>
            </a:r>
          </a:p>
          <a:p>
            <a:r>
              <a:t>• Spanish-first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Professionals (30–70)</a:t>
            </a:r>
          </a:p>
          <a:p>
            <a:r>
              <a:t>• Spanish-speaking users</a:t>
            </a:r>
          </a:p>
          <a:p>
            <a:r>
              <a:t>• Active on social media</a:t>
            </a:r>
          </a:p>
          <a:p>
            <a:r>
              <a:t>• Growth-oriented audience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Subscription-based</a:t>
            </a:r>
          </a:p>
          <a:p>
            <a:r>
              <a:t>• Individual and dual plans</a:t>
            </a:r>
          </a:p>
          <a:p>
            <a:r>
              <a:t>• Free trial</a:t>
            </a:r>
          </a:p>
          <a:p>
            <a:r>
              <a:t>• Author hosting and revenue share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Core features built</a:t>
            </a:r>
          </a:p>
          <a:p>
            <a:r>
              <a:t>• Library ready (public domain titles)</a:t>
            </a:r>
          </a:p>
          <a:p>
            <a:r>
              <a:t>• Sync engine working</a:t>
            </a:r>
          </a:p>
          <a:p>
            <a:r>
              <a:t>• Ready for stakeholder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acquisition</a:t>
            </a:r>
          </a:p>
          <a:p>
            <a:r>
              <a:t>• Engagement (time, highlights)</a:t>
            </a:r>
          </a:p>
          <a:p>
            <a:r>
              <a:t>• Share rate</a:t>
            </a:r>
          </a:p>
          <a:p>
            <a:r>
              <a:t>• Conversion rate</a:t>
            </a:r>
          </a:p>
          <a:p>
            <a:r>
              <a:t>• Retention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Community-driven launch</a:t>
            </a:r>
          </a:p>
          <a:p>
            <a:r>
              <a:t>• Social sharing loop</a:t>
            </a:r>
          </a:p>
          <a:p>
            <a:r>
              <a:t>• Influencer partnerships</a:t>
            </a:r>
          </a:p>
          <a:p>
            <a:r>
              <a:t>• Spanish market first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Become the platform for knowledge expression</a:t>
            </a:r>
          </a:p>
          <a:p>
            <a:r>
              <a:t>• Expand to global markets</a:t>
            </a:r>
          </a:p>
          <a:p>
            <a:r>
              <a:t>• Future AI and personalization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Noetia — Where ideas become visible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